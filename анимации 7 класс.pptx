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5E571-4089-3989-0F9A-1119789AB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EADCB6-83F4-E84B-2434-88FBD8C2B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AF22DA-FC8B-0324-8BD9-6C5F8514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192224-7CF6-B159-33C4-370FA999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B1DFA5-9EAC-775F-347D-95D92881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7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16A9F-0CDE-ED62-3F54-6AB5A513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57EFD5-0A46-D097-E47B-E4E05E06E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787CA9-91C2-287D-9B5D-99708F3A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240FD9-84CD-EE83-4FD8-CBA5BDB3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910D6C-08CC-BBBE-B5F3-4A3B75FA6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64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9C03B-10CB-A2CA-A649-51726F81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E59CBA-C50D-29A8-CDBB-40EF64B7F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EB792F-6CE3-D201-35F8-32962733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480FCC-59B5-48CA-9C40-5C2B38B1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64403-54A3-E3FD-832B-C3978018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CA6D8-E0CC-E51E-0F29-78B93874D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A7095B-FEBE-3444-D2FC-4979ADDF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35E3D3-6A11-9A03-9A53-058888561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6F7016-FAB9-76A6-5E93-1E9E1F5E1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D1CD0B-FF7B-C55C-532A-029348E26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112DBB-B20A-DAAD-D47A-60C67004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1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EA5D1-8771-DDD5-81E0-71FE62F10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FF8380-362A-9F9A-447F-2D8BF5AAB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52A398-7643-B1AF-190D-820957339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8E3B97-D626-73C4-D0D7-56F784C40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8D61E6-4696-2629-4D57-2CFE4CF0F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73DFCC9-217C-4157-54BD-604FE37C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A7371B3-528C-6CA0-27CA-2291147AD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BD6A64-83E4-B90B-2EBB-F3E58DDD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5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68C5BF-FE40-D121-63F0-19E394B8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C7C6CA-EDD2-16ED-DE92-2707AC66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C9D188-1F00-70CC-E7EF-132428DC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1659D4-BF6F-DCB5-3B76-40631B41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81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624AEC-E78D-6E1B-4CE1-19E925AEF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38CA8B-FE07-397D-A63C-22B882F1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48FB0E-2A9E-C95C-47D5-76664C23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C9A7D-00FE-8009-41B7-E08E471B9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575949-8495-7800-0A4B-8721CCC0C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2A1314-0EA0-4E89-69E3-F39497467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083417-5E48-2537-6A18-AE18EAF9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216F64-40D3-EB51-C7AC-F2C1F1D9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D20569-4EB0-6409-0DAA-3B1C4A00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1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C80DD-31B7-53BF-0182-43418AFC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371C5A2-7F66-6CF1-F8B4-2DFAAE839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3515A8-AC68-E0C9-EAEA-1866E2DFE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105873-E2EC-57EC-B77B-D6D6C415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15F9B7-499B-8E41-2461-22561D0A9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1D6E8B-1144-E566-1DF0-FE7D03CE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0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E29A2-E4D6-CB21-1428-B4CDC322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D72E8E-C1DA-4999-EDDF-0F588D6D3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950430-C54C-6C11-58CF-1139F857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B78BEB-C69E-EB93-B534-C928C9BF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666ACA-0866-7E66-A111-F3BBCABF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9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B4F622D-FDE7-D69B-6B24-E27206531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E6C614-F6FD-2769-F361-0093C772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4DEE06-823B-EA97-8298-F9A20E41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6534C6-1AE7-EBBA-DD05-C6EBE46F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08E434-B463-F8D5-0677-CCCA0E87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8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4075F-1A0C-3417-6571-2A350A61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124A10-555A-B992-B6DF-FEE7FF17A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7842B0-B017-5C6F-E30F-FB1DFAA13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5B845-8859-414F-B9EE-5D9971E0B59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A40C3A-E3C0-31A7-1869-EF23CC89E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98DA8B-7B90-B7BF-7954-A6401545F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98A57-CD59-417D-9686-62BCF8ED0F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2AD162-3D0B-7C6F-2B01-988B2240B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BC48AE-EBE6-6977-0516-C4335F0D6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2041" y="-532183"/>
            <a:ext cx="4762500" cy="4562475"/>
          </a:xfrm>
          <a:prstGeom prst="rect">
            <a:avLst/>
          </a:prstGeom>
        </p:spPr>
      </p:pic>
      <p:pic>
        <p:nvPicPr>
          <p:cNvPr id="9" name="Рисунок 8" descr="Уменьшить яркость (солнце среднего размера) со сплошной заливкой">
            <a:extLst>
              <a:ext uri="{FF2B5EF4-FFF2-40B4-BE49-F238E27FC236}">
                <a16:creationId xmlns:a16="http://schemas.microsoft.com/office/drawing/2014/main" id="{D0755D53-A424-622E-7D47-FDF7D1CF0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1246" y="-132906"/>
            <a:ext cx="2697126" cy="269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21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Рисунок 2" descr="Красочные осенние листья на дереве">
            <a:extLst>
              <a:ext uri="{FF2B5EF4-FFF2-40B4-BE49-F238E27FC236}">
                <a16:creationId xmlns:a16="http://schemas.microsoft.com/office/drawing/2014/main" id="{301E1A27-3A6C-86B7-6A23-C88D7CEF8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" r="14788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Рисунок 4" descr="Кленовый лист со сплошной заливкой">
            <a:extLst>
              <a:ext uri="{FF2B5EF4-FFF2-40B4-BE49-F238E27FC236}">
                <a16:creationId xmlns:a16="http://schemas.microsoft.com/office/drawing/2014/main" id="{C394F491-B37E-3D5E-4687-EAAAE39BCE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631533">
            <a:off x="8992614" y="3858606"/>
            <a:ext cx="1458686" cy="1458686"/>
          </a:xfrm>
          <a:prstGeom prst="rect">
            <a:avLst/>
          </a:prstGeom>
        </p:spPr>
      </p:pic>
      <p:pic>
        <p:nvPicPr>
          <p:cNvPr id="6" name="Рисунок 5" descr="Кленовый лист со сплошной заливкой">
            <a:extLst>
              <a:ext uri="{FF2B5EF4-FFF2-40B4-BE49-F238E27FC236}">
                <a16:creationId xmlns:a16="http://schemas.microsoft.com/office/drawing/2014/main" id="{35FF30CD-8CC6-1543-D021-67EA0C4F2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434828">
            <a:off x="732516" y="4725848"/>
            <a:ext cx="1458686" cy="1458686"/>
          </a:xfrm>
          <a:prstGeom prst="rect">
            <a:avLst/>
          </a:prstGeom>
        </p:spPr>
      </p:pic>
      <p:pic>
        <p:nvPicPr>
          <p:cNvPr id="7" name="Рисунок 6" descr="Кленовый лист со сплошной заливкой">
            <a:extLst>
              <a:ext uri="{FF2B5EF4-FFF2-40B4-BE49-F238E27FC236}">
                <a16:creationId xmlns:a16="http://schemas.microsoft.com/office/drawing/2014/main" id="{E4DBB9BF-17A1-50DF-C8FC-9B8AD82E6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810978">
            <a:off x="5415406" y="4518057"/>
            <a:ext cx="1744601" cy="1744601"/>
          </a:xfrm>
          <a:prstGeom prst="rect">
            <a:avLst/>
          </a:prstGeom>
        </p:spPr>
      </p:pic>
      <p:pic>
        <p:nvPicPr>
          <p:cNvPr id="9" name="Рисунок 8" descr="Кленовый лист со сплошной заливкой">
            <a:extLst>
              <a:ext uri="{FF2B5EF4-FFF2-40B4-BE49-F238E27FC236}">
                <a16:creationId xmlns:a16="http://schemas.microsoft.com/office/drawing/2014/main" id="{418243C6-83A3-F393-C6A6-64B60339B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7909898">
            <a:off x="7221541" y="3594710"/>
            <a:ext cx="1458686" cy="145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16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Снежинка со сплошной заливкой">
            <a:extLst>
              <a:ext uri="{FF2B5EF4-FFF2-40B4-BE49-F238E27FC236}">
                <a16:creationId xmlns:a16="http://schemas.microsoft.com/office/drawing/2014/main" id="{9B4B7C9E-07E9-9CEF-9EF7-38B3ECBBE8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4346" y="2017654"/>
            <a:ext cx="1107812" cy="1107812"/>
          </a:xfrm>
          <a:prstGeom prst="rect">
            <a:avLst/>
          </a:prstGeom>
        </p:spPr>
      </p:pic>
      <p:pic>
        <p:nvPicPr>
          <p:cNvPr id="6" name="Рисунок 5" descr="Снежинка со сплошной заливкой">
            <a:extLst>
              <a:ext uri="{FF2B5EF4-FFF2-40B4-BE49-F238E27FC236}">
                <a16:creationId xmlns:a16="http://schemas.microsoft.com/office/drawing/2014/main" id="{04DFDC1F-D85C-0DE8-207C-C1CDBBA888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2011" y="3562920"/>
            <a:ext cx="1107812" cy="1107812"/>
          </a:xfrm>
          <a:prstGeom prst="rect">
            <a:avLst/>
          </a:prstGeom>
        </p:spPr>
      </p:pic>
      <p:pic>
        <p:nvPicPr>
          <p:cNvPr id="7" name="Рисунок 6" descr="Снежинка со сплошной заливкой">
            <a:extLst>
              <a:ext uri="{FF2B5EF4-FFF2-40B4-BE49-F238E27FC236}">
                <a16:creationId xmlns:a16="http://schemas.microsoft.com/office/drawing/2014/main" id="{26353FAC-4A2D-99FC-7BD2-4ADAAC1A93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07258" y="1432864"/>
            <a:ext cx="1107812" cy="1107812"/>
          </a:xfrm>
          <a:prstGeom prst="rect">
            <a:avLst/>
          </a:prstGeom>
        </p:spPr>
      </p:pic>
      <p:pic>
        <p:nvPicPr>
          <p:cNvPr id="8" name="Рисунок 7" descr="Снежинка со сплошной заливкой">
            <a:extLst>
              <a:ext uri="{FF2B5EF4-FFF2-40B4-BE49-F238E27FC236}">
                <a16:creationId xmlns:a16="http://schemas.microsoft.com/office/drawing/2014/main" id="{B6D8D3E6-9ABD-242A-E8CB-E50C7871A7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66792" y="4670732"/>
            <a:ext cx="1107812" cy="1107812"/>
          </a:xfrm>
          <a:prstGeom prst="rect">
            <a:avLst/>
          </a:prstGeom>
        </p:spPr>
      </p:pic>
      <p:pic>
        <p:nvPicPr>
          <p:cNvPr id="9" name="Рисунок 8" descr="Снежинка со сплошной заливкой">
            <a:extLst>
              <a:ext uri="{FF2B5EF4-FFF2-40B4-BE49-F238E27FC236}">
                <a16:creationId xmlns:a16="http://schemas.microsoft.com/office/drawing/2014/main" id="{460E49EE-FE01-33C1-AB78-6339F0157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337" y="4977050"/>
            <a:ext cx="1107812" cy="1107812"/>
          </a:xfrm>
          <a:prstGeom prst="rect">
            <a:avLst/>
          </a:prstGeom>
        </p:spPr>
      </p:pic>
      <p:pic>
        <p:nvPicPr>
          <p:cNvPr id="11" name="Рисунок 10" descr="Заснеженные пейзажи с деревьями">
            <a:extLst>
              <a:ext uri="{FF2B5EF4-FFF2-40B4-BE49-F238E27FC236}">
                <a16:creationId xmlns:a16="http://schemas.microsoft.com/office/drawing/2014/main" id="{F4C30080-6303-8018-DF2C-E2DB0BA67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13" name="Рисунок 12" descr="Сани со сплошной заливкой">
            <a:extLst>
              <a:ext uri="{FF2B5EF4-FFF2-40B4-BE49-F238E27FC236}">
                <a16:creationId xmlns:a16="http://schemas.microsoft.com/office/drawing/2014/main" id="{85FD0C78-4E86-D6E8-895D-A24AB22A7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15621" flipH="1">
            <a:off x="8653026" y="3847934"/>
            <a:ext cx="1645595" cy="1645595"/>
          </a:xfrm>
          <a:prstGeom prst="rect">
            <a:avLst/>
          </a:prstGeom>
        </p:spPr>
      </p:pic>
      <p:pic>
        <p:nvPicPr>
          <p:cNvPr id="15" name="Рисунок 14" descr="Снежинка со сплошной заливкой">
            <a:extLst>
              <a:ext uri="{FF2B5EF4-FFF2-40B4-BE49-F238E27FC236}">
                <a16:creationId xmlns:a16="http://schemas.microsoft.com/office/drawing/2014/main" id="{7A2BBF2A-C93F-F81F-E5D4-7E623BA58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1164" y="975664"/>
            <a:ext cx="914400" cy="914400"/>
          </a:xfrm>
          <a:prstGeom prst="rect">
            <a:avLst/>
          </a:prstGeom>
        </p:spPr>
      </p:pic>
      <p:pic>
        <p:nvPicPr>
          <p:cNvPr id="16" name="Рисунок 15" descr="Снежинка со сплошной заливкой">
            <a:extLst>
              <a:ext uri="{FF2B5EF4-FFF2-40B4-BE49-F238E27FC236}">
                <a16:creationId xmlns:a16="http://schemas.microsoft.com/office/drawing/2014/main" id="{7159C317-8852-B3A9-EA2A-333E3C1DCD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3843" y="1340715"/>
            <a:ext cx="914400" cy="914400"/>
          </a:xfrm>
          <a:prstGeom prst="rect">
            <a:avLst/>
          </a:prstGeom>
        </p:spPr>
      </p:pic>
      <p:pic>
        <p:nvPicPr>
          <p:cNvPr id="17" name="Рисунок 16" descr="Снежинка со сплошной заливкой">
            <a:extLst>
              <a:ext uri="{FF2B5EF4-FFF2-40B4-BE49-F238E27FC236}">
                <a16:creationId xmlns:a16="http://schemas.microsoft.com/office/drawing/2014/main" id="{CC68374F-CFE6-C3DD-12E1-BCEAC43C32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89564" y="2540676"/>
            <a:ext cx="914400" cy="914400"/>
          </a:xfrm>
          <a:prstGeom prst="rect">
            <a:avLst/>
          </a:prstGeom>
        </p:spPr>
      </p:pic>
      <p:pic>
        <p:nvPicPr>
          <p:cNvPr id="18" name="Рисунок 17" descr="Снежинка со сплошной заливкой">
            <a:extLst>
              <a:ext uri="{FF2B5EF4-FFF2-40B4-BE49-F238E27FC236}">
                <a16:creationId xmlns:a16="http://schemas.microsoft.com/office/drawing/2014/main" id="{9429B1D7-76AA-9ED9-164E-5B983F3A2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8623" y="5184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7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Пустая дорога в окружении цветущих вишен на рассвете">
            <a:extLst>
              <a:ext uri="{FF2B5EF4-FFF2-40B4-BE49-F238E27FC236}">
                <a16:creationId xmlns:a16="http://schemas.microsoft.com/office/drawing/2014/main" id="{651B3B86-FC78-33B9-FF3E-A44EB5C3F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44" y="0"/>
            <a:ext cx="10289512" cy="6858000"/>
          </a:xfrm>
          <a:prstGeom prst="rect">
            <a:avLst/>
          </a:prstGeom>
        </p:spPr>
      </p:pic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C89FBA10-3705-65DC-95E7-1B18F27870D4}"/>
              </a:ext>
            </a:extLst>
          </p:cNvPr>
          <p:cNvSpPr/>
          <p:nvPr/>
        </p:nvSpPr>
        <p:spPr>
          <a:xfrm>
            <a:off x="2087526" y="744279"/>
            <a:ext cx="1290919" cy="1211761"/>
          </a:xfrm>
          <a:custGeom>
            <a:avLst/>
            <a:gdLst>
              <a:gd name="csX0" fmla="*/ 803062 w 821291"/>
              <a:gd name="csY0" fmla="*/ 359114 h 891622"/>
              <a:gd name="csX1" fmla="*/ 779316 w 821291"/>
              <a:gd name="csY1" fmla="*/ 303896 h 891622"/>
              <a:gd name="csX2" fmla="*/ 628975 w 821291"/>
              <a:gd name="csY2" fmla="*/ 350078 h 891622"/>
              <a:gd name="csX3" fmla="*/ 604203 w 821291"/>
              <a:gd name="csY3" fmla="*/ 392660 h 891622"/>
              <a:gd name="csX4" fmla="*/ 592113 w 821291"/>
              <a:gd name="csY4" fmla="*/ 403234 h 891622"/>
              <a:gd name="csX5" fmla="*/ 586313 w 821291"/>
              <a:gd name="csY5" fmla="*/ 378360 h 891622"/>
              <a:gd name="csX6" fmla="*/ 566259 w 821291"/>
              <a:gd name="csY6" fmla="*/ 306573 h 891622"/>
              <a:gd name="csX7" fmla="*/ 549429 w 821291"/>
              <a:gd name="csY7" fmla="*/ 64107 h 891622"/>
              <a:gd name="csX8" fmla="*/ 557234 w 821291"/>
              <a:gd name="csY8" fmla="*/ 20693 h 891622"/>
              <a:gd name="csX9" fmla="*/ 544127 w 821291"/>
              <a:gd name="csY9" fmla="*/ 384 h 891622"/>
              <a:gd name="csX10" fmla="*/ 529887 w 821291"/>
              <a:gd name="csY10" fmla="*/ 3715 h 891622"/>
              <a:gd name="csX11" fmla="*/ 387875 w 821291"/>
              <a:gd name="csY11" fmla="*/ 220327 h 891622"/>
              <a:gd name="csX12" fmla="*/ 403828 w 821291"/>
              <a:gd name="csY12" fmla="*/ 223905 h 891622"/>
              <a:gd name="csX13" fmla="*/ 557872 w 821291"/>
              <a:gd name="csY13" fmla="*/ 398847 h 891622"/>
              <a:gd name="csX14" fmla="*/ 558214 w 821291"/>
              <a:gd name="csY14" fmla="*/ 425317 h 891622"/>
              <a:gd name="csX15" fmla="*/ 535561 w 821291"/>
              <a:gd name="csY15" fmla="*/ 437202 h 891622"/>
              <a:gd name="csX16" fmla="*/ 535664 w 821291"/>
              <a:gd name="csY16" fmla="*/ 411427 h 891622"/>
              <a:gd name="csX17" fmla="*/ 398700 w 821291"/>
              <a:gd name="csY17" fmla="*/ 246136 h 891622"/>
              <a:gd name="csX18" fmla="*/ 169303 w 821291"/>
              <a:gd name="csY18" fmla="*/ 179477 h 891622"/>
              <a:gd name="csX19" fmla="*/ 32054 w 821291"/>
              <a:gd name="csY19" fmla="*/ 85813 h 891622"/>
              <a:gd name="csX20" fmla="*/ 8034 w 821291"/>
              <a:gd name="csY20" fmla="*/ 84194 h 891622"/>
              <a:gd name="csX21" fmla="*/ 2246 w 821291"/>
              <a:gd name="csY21" fmla="*/ 95920 h 891622"/>
              <a:gd name="csX22" fmla="*/ 35108 w 821291"/>
              <a:gd name="csY22" fmla="*/ 372469 h 891622"/>
              <a:gd name="csX23" fmla="*/ 255652 w 821291"/>
              <a:gd name="csY23" fmla="*/ 531994 h 891622"/>
              <a:gd name="csX24" fmla="*/ 334377 w 821291"/>
              <a:gd name="csY24" fmla="*/ 560697 h 891622"/>
              <a:gd name="csX25" fmla="*/ 262090 w 821291"/>
              <a:gd name="csY25" fmla="*/ 609546 h 891622"/>
              <a:gd name="csX26" fmla="*/ 47870 w 821291"/>
              <a:gd name="csY26" fmla="*/ 687941 h 891622"/>
              <a:gd name="csX27" fmla="*/ 38754 w 821291"/>
              <a:gd name="csY27" fmla="*/ 696783 h 891622"/>
              <a:gd name="csX28" fmla="*/ 44121 w 821291"/>
              <a:gd name="csY28" fmla="*/ 733850 h 891622"/>
              <a:gd name="csX29" fmla="*/ 82122 w 821291"/>
              <a:gd name="csY29" fmla="*/ 757392 h 891622"/>
              <a:gd name="csX30" fmla="*/ 110282 w 821291"/>
              <a:gd name="csY30" fmla="*/ 822218 h 891622"/>
              <a:gd name="csX31" fmla="*/ 124100 w 821291"/>
              <a:gd name="csY31" fmla="*/ 825497 h 891622"/>
              <a:gd name="csX32" fmla="*/ 129980 w 821291"/>
              <a:gd name="csY32" fmla="*/ 872762 h 891622"/>
              <a:gd name="csX33" fmla="*/ 166375 w 821291"/>
              <a:gd name="csY33" fmla="*/ 891586 h 891622"/>
              <a:gd name="csX34" fmla="*/ 176710 w 821291"/>
              <a:gd name="csY34" fmla="*/ 886903 h 891622"/>
              <a:gd name="csX35" fmla="*/ 350512 w 821291"/>
              <a:gd name="csY35" fmla="*/ 720541 h 891622"/>
              <a:gd name="csX36" fmla="*/ 461884 w 821291"/>
              <a:gd name="csY36" fmla="*/ 716918 h 891622"/>
              <a:gd name="csX37" fmla="*/ 689686 w 821291"/>
              <a:gd name="csY37" fmla="*/ 581219 h 891622"/>
              <a:gd name="csX38" fmla="*/ 707632 w 821291"/>
              <a:gd name="csY38" fmla="*/ 438478 h 891622"/>
              <a:gd name="csX39" fmla="*/ 760424 w 821291"/>
              <a:gd name="csY39" fmla="*/ 379682 h 891622"/>
              <a:gd name="csX40" fmla="*/ 791474 w 821291"/>
              <a:gd name="csY40" fmla="*/ 377574 h 891622"/>
              <a:gd name="csX41" fmla="*/ 820348 w 821291"/>
              <a:gd name="csY41" fmla="*/ 386929 h 891622"/>
              <a:gd name="csX42" fmla="*/ 803062 w 821291"/>
              <a:gd name="csY42" fmla="*/ 359114 h 891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821291" h="891622">
                <a:moveTo>
                  <a:pt x="803062" y="359114"/>
                </a:moveTo>
                <a:cubicBezTo>
                  <a:pt x="798277" y="339514"/>
                  <a:pt x="790250" y="320851"/>
                  <a:pt x="779316" y="303896"/>
                </a:cubicBezTo>
                <a:cubicBezTo>
                  <a:pt x="736176" y="239026"/>
                  <a:pt x="641236" y="273723"/>
                  <a:pt x="628975" y="350078"/>
                </a:cubicBezTo>
                <a:cubicBezTo>
                  <a:pt x="624681" y="366235"/>
                  <a:pt x="616126" y="380942"/>
                  <a:pt x="604203" y="392660"/>
                </a:cubicBezTo>
                <a:cubicBezTo>
                  <a:pt x="600496" y="396539"/>
                  <a:pt x="596451" y="400078"/>
                  <a:pt x="592113" y="403234"/>
                </a:cubicBezTo>
                <a:cubicBezTo>
                  <a:pt x="589686" y="390119"/>
                  <a:pt x="586313" y="378360"/>
                  <a:pt x="586313" y="378360"/>
                </a:cubicBezTo>
                <a:cubicBezTo>
                  <a:pt x="579135" y="351548"/>
                  <a:pt x="569221" y="317182"/>
                  <a:pt x="566259" y="306573"/>
                </a:cubicBezTo>
                <a:cubicBezTo>
                  <a:pt x="543645" y="227836"/>
                  <a:pt x="537910" y="145213"/>
                  <a:pt x="549429" y="64107"/>
                </a:cubicBezTo>
                <a:cubicBezTo>
                  <a:pt x="551491" y="49772"/>
                  <a:pt x="554226" y="35540"/>
                  <a:pt x="557234" y="20693"/>
                </a:cubicBezTo>
                <a:cubicBezTo>
                  <a:pt x="559222" y="11465"/>
                  <a:pt x="553354" y="2372"/>
                  <a:pt x="544127" y="384"/>
                </a:cubicBezTo>
                <a:cubicBezTo>
                  <a:pt x="539121" y="-695"/>
                  <a:pt x="533894" y="527"/>
                  <a:pt x="529887" y="3715"/>
                </a:cubicBezTo>
                <a:cubicBezTo>
                  <a:pt x="458682" y="59309"/>
                  <a:pt x="403794" y="129056"/>
                  <a:pt x="387875" y="220327"/>
                </a:cubicBezTo>
                <a:cubicBezTo>
                  <a:pt x="392980" y="221467"/>
                  <a:pt x="398233" y="222606"/>
                  <a:pt x="403828" y="223905"/>
                </a:cubicBezTo>
                <a:cubicBezTo>
                  <a:pt x="499623" y="246022"/>
                  <a:pt x="551400" y="304807"/>
                  <a:pt x="557872" y="398847"/>
                </a:cubicBezTo>
                <a:cubicBezTo>
                  <a:pt x="557872" y="398847"/>
                  <a:pt x="558670" y="411803"/>
                  <a:pt x="558214" y="425317"/>
                </a:cubicBezTo>
                <a:cubicBezTo>
                  <a:pt x="549964" y="430251"/>
                  <a:pt x="535561" y="437202"/>
                  <a:pt x="535561" y="437202"/>
                </a:cubicBezTo>
                <a:cubicBezTo>
                  <a:pt x="535561" y="437202"/>
                  <a:pt x="535858" y="418321"/>
                  <a:pt x="535664" y="411427"/>
                </a:cubicBezTo>
                <a:cubicBezTo>
                  <a:pt x="533157" y="321295"/>
                  <a:pt x="488365" y="266829"/>
                  <a:pt x="398700" y="246136"/>
                </a:cubicBezTo>
                <a:cubicBezTo>
                  <a:pt x="289608" y="220965"/>
                  <a:pt x="269610" y="228178"/>
                  <a:pt x="169303" y="179477"/>
                </a:cubicBezTo>
                <a:cubicBezTo>
                  <a:pt x="128841" y="159833"/>
                  <a:pt x="72346" y="131267"/>
                  <a:pt x="32054" y="85813"/>
                </a:cubicBezTo>
                <a:cubicBezTo>
                  <a:pt x="25868" y="78733"/>
                  <a:pt x="15114" y="78008"/>
                  <a:pt x="8034" y="84194"/>
                </a:cubicBezTo>
                <a:cubicBezTo>
                  <a:pt x="4620" y="87176"/>
                  <a:pt x="2537" y="91397"/>
                  <a:pt x="2246" y="95920"/>
                </a:cubicBezTo>
                <a:cubicBezTo>
                  <a:pt x="-3258" y="184970"/>
                  <a:pt x="-865" y="306801"/>
                  <a:pt x="35108" y="372469"/>
                </a:cubicBezTo>
                <a:cubicBezTo>
                  <a:pt x="96013" y="483681"/>
                  <a:pt x="162307" y="495144"/>
                  <a:pt x="255652" y="531994"/>
                </a:cubicBezTo>
                <a:cubicBezTo>
                  <a:pt x="282657" y="542067"/>
                  <a:pt x="303851" y="549302"/>
                  <a:pt x="334377" y="560697"/>
                </a:cubicBezTo>
                <a:cubicBezTo>
                  <a:pt x="308717" y="578233"/>
                  <a:pt x="284731" y="596169"/>
                  <a:pt x="262090" y="609546"/>
                </a:cubicBezTo>
                <a:cubicBezTo>
                  <a:pt x="195608" y="647554"/>
                  <a:pt x="123182" y="674059"/>
                  <a:pt x="47870" y="687941"/>
                </a:cubicBezTo>
                <a:cubicBezTo>
                  <a:pt x="43381" y="688885"/>
                  <a:pt x="39834" y="692325"/>
                  <a:pt x="38754" y="696783"/>
                </a:cubicBezTo>
                <a:cubicBezTo>
                  <a:pt x="35519" y="709360"/>
                  <a:pt x="37452" y="722707"/>
                  <a:pt x="44121" y="733850"/>
                </a:cubicBezTo>
                <a:cubicBezTo>
                  <a:pt x="52371" y="747247"/>
                  <a:pt x="66454" y="755972"/>
                  <a:pt x="82122" y="757392"/>
                </a:cubicBezTo>
                <a:cubicBezTo>
                  <a:pt x="71997" y="783068"/>
                  <a:pt x="84604" y="812093"/>
                  <a:pt x="110282" y="822218"/>
                </a:cubicBezTo>
                <a:cubicBezTo>
                  <a:pt x="114709" y="823964"/>
                  <a:pt x="119361" y="825068"/>
                  <a:pt x="124100" y="825497"/>
                </a:cubicBezTo>
                <a:cubicBezTo>
                  <a:pt x="117939" y="841232"/>
                  <a:pt x="120152" y="859016"/>
                  <a:pt x="129980" y="872762"/>
                </a:cubicBezTo>
                <a:cubicBezTo>
                  <a:pt x="138627" y="884233"/>
                  <a:pt x="152015" y="891158"/>
                  <a:pt x="166375" y="891586"/>
                </a:cubicBezTo>
                <a:cubicBezTo>
                  <a:pt x="170395" y="891901"/>
                  <a:pt x="174295" y="890132"/>
                  <a:pt x="176710" y="886903"/>
                </a:cubicBezTo>
                <a:cubicBezTo>
                  <a:pt x="228305" y="816040"/>
                  <a:pt x="260255" y="723128"/>
                  <a:pt x="350512" y="720541"/>
                </a:cubicBezTo>
                <a:cubicBezTo>
                  <a:pt x="387647" y="719482"/>
                  <a:pt x="424817" y="716040"/>
                  <a:pt x="461884" y="716918"/>
                </a:cubicBezTo>
                <a:cubicBezTo>
                  <a:pt x="559661" y="719197"/>
                  <a:pt x="651798" y="668604"/>
                  <a:pt x="689686" y="581219"/>
                </a:cubicBezTo>
                <a:cubicBezTo>
                  <a:pt x="709934" y="534501"/>
                  <a:pt x="698505" y="488922"/>
                  <a:pt x="707632" y="438478"/>
                </a:cubicBezTo>
                <a:cubicBezTo>
                  <a:pt x="714583" y="400044"/>
                  <a:pt x="725476" y="389823"/>
                  <a:pt x="760424" y="379682"/>
                </a:cubicBezTo>
                <a:cubicBezTo>
                  <a:pt x="770558" y="377090"/>
                  <a:pt x="781082" y="376376"/>
                  <a:pt x="791474" y="377574"/>
                </a:cubicBezTo>
                <a:lnTo>
                  <a:pt x="820348" y="386929"/>
                </a:lnTo>
                <a:cubicBezTo>
                  <a:pt x="820348" y="386929"/>
                  <a:pt x="827379" y="378645"/>
                  <a:pt x="803062" y="359114"/>
                </a:cubicBezTo>
                <a:close/>
              </a:path>
            </a:pathLst>
          </a:custGeom>
          <a:solidFill>
            <a:schemeClr val="lt1"/>
          </a:solidFill>
          <a:ln w="15081" cap="flat">
            <a:solidFill>
              <a:schemeClr val="dk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37049C9F-F5EA-8872-7C4F-E732F514317C}"/>
              </a:ext>
            </a:extLst>
          </p:cNvPr>
          <p:cNvSpPr/>
          <p:nvPr/>
        </p:nvSpPr>
        <p:spPr>
          <a:xfrm flipH="1">
            <a:off x="8710773" y="744279"/>
            <a:ext cx="1393701" cy="1595170"/>
          </a:xfrm>
          <a:custGeom>
            <a:avLst/>
            <a:gdLst>
              <a:gd name="csX0" fmla="*/ 803062 w 821291"/>
              <a:gd name="csY0" fmla="*/ 359114 h 891622"/>
              <a:gd name="csX1" fmla="*/ 779316 w 821291"/>
              <a:gd name="csY1" fmla="*/ 303896 h 891622"/>
              <a:gd name="csX2" fmla="*/ 628975 w 821291"/>
              <a:gd name="csY2" fmla="*/ 350078 h 891622"/>
              <a:gd name="csX3" fmla="*/ 604203 w 821291"/>
              <a:gd name="csY3" fmla="*/ 392660 h 891622"/>
              <a:gd name="csX4" fmla="*/ 592113 w 821291"/>
              <a:gd name="csY4" fmla="*/ 403234 h 891622"/>
              <a:gd name="csX5" fmla="*/ 586313 w 821291"/>
              <a:gd name="csY5" fmla="*/ 378360 h 891622"/>
              <a:gd name="csX6" fmla="*/ 566259 w 821291"/>
              <a:gd name="csY6" fmla="*/ 306573 h 891622"/>
              <a:gd name="csX7" fmla="*/ 549429 w 821291"/>
              <a:gd name="csY7" fmla="*/ 64107 h 891622"/>
              <a:gd name="csX8" fmla="*/ 557234 w 821291"/>
              <a:gd name="csY8" fmla="*/ 20693 h 891622"/>
              <a:gd name="csX9" fmla="*/ 544127 w 821291"/>
              <a:gd name="csY9" fmla="*/ 384 h 891622"/>
              <a:gd name="csX10" fmla="*/ 529887 w 821291"/>
              <a:gd name="csY10" fmla="*/ 3715 h 891622"/>
              <a:gd name="csX11" fmla="*/ 387875 w 821291"/>
              <a:gd name="csY11" fmla="*/ 220327 h 891622"/>
              <a:gd name="csX12" fmla="*/ 403828 w 821291"/>
              <a:gd name="csY12" fmla="*/ 223905 h 891622"/>
              <a:gd name="csX13" fmla="*/ 557872 w 821291"/>
              <a:gd name="csY13" fmla="*/ 398847 h 891622"/>
              <a:gd name="csX14" fmla="*/ 558214 w 821291"/>
              <a:gd name="csY14" fmla="*/ 425317 h 891622"/>
              <a:gd name="csX15" fmla="*/ 535561 w 821291"/>
              <a:gd name="csY15" fmla="*/ 437202 h 891622"/>
              <a:gd name="csX16" fmla="*/ 535664 w 821291"/>
              <a:gd name="csY16" fmla="*/ 411427 h 891622"/>
              <a:gd name="csX17" fmla="*/ 398700 w 821291"/>
              <a:gd name="csY17" fmla="*/ 246136 h 891622"/>
              <a:gd name="csX18" fmla="*/ 169303 w 821291"/>
              <a:gd name="csY18" fmla="*/ 179477 h 891622"/>
              <a:gd name="csX19" fmla="*/ 32054 w 821291"/>
              <a:gd name="csY19" fmla="*/ 85813 h 891622"/>
              <a:gd name="csX20" fmla="*/ 8034 w 821291"/>
              <a:gd name="csY20" fmla="*/ 84194 h 891622"/>
              <a:gd name="csX21" fmla="*/ 2246 w 821291"/>
              <a:gd name="csY21" fmla="*/ 95920 h 891622"/>
              <a:gd name="csX22" fmla="*/ 35108 w 821291"/>
              <a:gd name="csY22" fmla="*/ 372469 h 891622"/>
              <a:gd name="csX23" fmla="*/ 255652 w 821291"/>
              <a:gd name="csY23" fmla="*/ 531994 h 891622"/>
              <a:gd name="csX24" fmla="*/ 334377 w 821291"/>
              <a:gd name="csY24" fmla="*/ 560697 h 891622"/>
              <a:gd name="csX25" fmla="*/ 262090 w 821291"/>
              <a:gd name="csY25" fmla="*/ 609546 h 891622"/>
              <a:gd name="csX26" fmla="*/ 47870 w 821291"/>
              <a:gd name="csY26" fmla="*/ 687941 h 891622"/>
              <a:gd name="csX27" fmla="*/ 38754 w 821291"/>
              <a:gd name="csY27" fmla="*/ 696783 h 891622"/>
              <a:gd name="csX28" fmla="*/ 44121 w 821291"/>
              <a:gd name="csY28" fmla="*/ 733850 h 891622"/>
              <a:gd name="csX29" fmla="*/ 82122 w 821291"/>
              <a:gd name="csY29" fmla="*/ 757392 h 891622"/>
              <a:gd name="csX30" fmla="*/ 110282 w 821291"/>
              <a:gd name="csY30" fmla="*/ 822218 h 891622"/>
              <a:gd name="csX31" fmla="*/ 124100 w 821291"/>
              <a:gd name="csY31" fmla="*/ 825497 h 891622"/>
              <a:gd name="csX32" fmla="*/ 129980 w 821291"/>
              <a:gd name="csY32" fmla="*/ 872762 h 891622"/>
              <a:gd name="csX33" fmla="*/ 166375 w 821291"/>
              <a:gd name="csY33" fmla="*/ 891586 h 891622"/>
              <a:gd name="csX34" fmla="*/ 176710 w 821291"/>
              <a:gd name="csY34" fmla="*/ 886903 h 891622"/>
              <a:gd name="csX35" fmla="*/ 350512 w 821291"/>
              <a:gd name="csY35" fmla="*/ 720541 h 891622"/>
              <a:gd name="csX36" fmla="*/ 461884 w 821291"/>
              <a:gd name="csY36" fmla="*/ 716918 h 891622"/>
              <a:gd name="csX37" fmla="*/ 689686 w 821291"/>
              <a:gd name="csY37" fmla="*/ 581219 h 891622"/>
              <a:gd name="csX38" fmla="*/ 707632 w 821291"/>
              <a:gd name="csY38" fmla="*/ 438478 h 891622"/>
              <a:gd name="csX39" fmla="*/ 760424 w 821291"/>
              <a:gd name="csY39" fmla="*/ 379682 h 891622"/>
              <a:gd name="csX40" fmla="*/ 791474 w 821291"/>
              <a:gd name="csY40" fmla="*/ 377574 h 891622"/>
              <a:gd name="csX41" fmla="*/ 820348 w 821291"/>
              <a:gd name="csY41" fmla="*/ 386929 h 891622"/>
              <a:gd name="csX42" fmla="*/ 803062 w 821291"/>
              <a:gd name="csY42" fmla="*/ 359114 h 891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821291" h="891622">
                <a:moveTo>
                  <a:pt x="803062" y="359114"/>
                </a:moveTo>
                <a:cubicBezTo>
                  <a:pt x="798277" y="339514"/>
                  <a:pt x="790250" y="320851"/>
                  <a:pt x="779316" y="303896"/>
                </a:cubicBezTo>
                <a:cubicBezTo>
                  <a:pt x="736176" y="239026"/>
                  <a:pt x="641236" y="273723"/>
                  <a:pt x="628975" y="350078"/>
                </a:cubicBezTo>
                <a:cubicBezTo>
                  <a:pt x="624681" y="366235"/>
                  <a:pt x="616126" y="380942"/>
                  <a:pt x="604203" y="392660"/>
                </a:cubicBezTo>
                <a:cubicBezTo>
                  <a:pt x="600496" y="396539"/>
                  <a:pt x="596451" y="400078"/>
                  <a:pt x="592113" y="403234"/>
                </a:cubicBezTo>
                <a:cubicBezTo>
                  <a:pt x="589686" y="390119"/>
                  <a:pt x="586313" y="378360"/>
                  <a:pt x="586313" y="378360"/>
                </a:cubicBezTo>
                <a:cubicBezTo>
                  <a:pt x="579135" y="351548"/>
                  <a:pt x="569221" y="317182"/>
                  <a:pt x="566259" y="306573"/>
                </a:cubicBezTo>
                <a:cubicBezTo>
                  <a:pt x="543645" y="227836"/>
                  <a:pt x="537910" y="145213"/>
                  <a:pt x="549429" y="64107"/>
                </a:cubicBezTo>
                <a:cubicBezTo>
                  <a:pt x="551491" y="49772"/>
                  <a:pt x="554226" y="35540"/>
                  <a:pt x="557234" y="20693"/>
                </a:cubicBezTo>
                <a:cubicBezTo>
                  <a:pt x="559222" y="11465"/>
                  <a:pt x="553354" y="2372"/>
                  <a:pt x="544127" y="384"/>
                </a:cubicBezTo>
                <a:cubicBezTo>
                  <a:pt x="539121" y="-695"/>
                  <a:pt x="533894" y="527"/>
                  <a:pt x="529887" y="3715"/>
                </a:cubicBezTo>
                <a:cubicBezTo>
                  <a:pt x="458682" y="59309"/>
                  <a:pt x="403794" y="129056"/>
                  <a:pt x="387875" y="220327"/>
                </a:cubicBezTo>
                <a:cubicBezTo>
                  <a:pt x="392980" y="221467"/>
                  <a:pt x="398233" y="222606"/>
                  <a:pt x="403828" y="223905"/>
                </a:cubicBezTo>
                <a:cubicBezTo>
                  <a:pt x="499623" y="246022"/>
                  <a:pt x="551400" y="304807"/>
                  <a:pt x="557872" y="398847"/>
                </a:cubicBezTo>
                <a:cubicBezTo>
                  <a:pt x="557872" y="398847"/>
                  <a:pt x="558670" y="411803"/>
                  <a:pt x="558214" y="425317"/>
                </a:cubicBezTo>
                <a:cubicBezTo>
                  <a:pt x="549964" y="430251"/>
                  <a:pt x="535561" y="437202"/>
                  <a:pt x="535561" y="437202"/>
                </a:cubicBezTo>
                <a:cubicBezTo>
                  <a:pt x="535561" y="437202"/>
                  <a:pt x="535858" y="418321"/>
                  <a:pt x="535664" y="411427"/>
                </a:cubicBezTo>
                <a:cubicBezTo>
                  <a:pt x="533157" y="321295"/>
                  <a:pt x="488365" y="266829"/>
                  <a:pt x="398700" y="246136"/>
                </a:cubicBezTo>
                <a:cubicBezTo>
                  <a:pt x="289608" y="220965"/>
                  <a:pt x="269610" y="228178"/>
                  <a:pt x="169303" y="179477"/>
                </a:cubicBezTo>
                <a:cubicBezTo>
                  <a:pt x="128841" y="159833"/>
                  <a:pt x="72346" y="131267"/>
                  <a:pt x="32054" y="85813"/>
                </a:cubicBezTo>
                <a:cubicBezTo>
                  <a:pt x="25868" y="78733"/>
                  <a:pt x="15114" y="78008"/>
                  <a:pt x="8034" y="84194"/>
                </a:cubicBezTo>
                <a:cubicBezTo>
                  <a:pt x="4620" y="87176"/>
                  <a:pt x="2537" y="91397"/>
                  <a:pt x="2246" y="95920"/>
                </a:cubicBezTo>
                <a:cubicBezTo>
                  <a:pt x="-3258" y="184970"/>
                  <a:pt x="-865" y="306801"/>
                  <a:pt x="35108" y="372469"/>
                </a:cubicBezTo>
                <a:cubicBezTo>
                  <a:pt x="96013" y="483681"/>
                  <a:pt x="162307" y="495144"/>
                  <a:pt x="255652" y="531994"/>
                </a:cubicBezTo>
                <a:cubicBezTo>
                  <a:pt x="282657" y="542067"/>
                  <a:pt x="303851" y="549302"/>
                  <a:pt x="334377" y="560697"/>
                </a:cubicBezTo>
                <a:cubicBezTo>
                  <a:pt x="308717" y="578233"/>
                  <a:pt x="284731" y="596169"/>
                  <a:pt x="262090" y="609546"/>
                </a:cubicBezTo>
                <a:cubicBezTo>
                  <a:pt x="195608" y="647554"/>
                  <a:pt x="123182" y="674059"/>
                  <a:pt x="47870" y="687941"/>
                </a:cubicBezTo>
                <a:cubicBezTo>
                  <a:pt x="43381" y="688885"/>
                  <a:pt x="39834" y="692325"/>
                  <a:pt x="38754" y="696783"/>
                </a:cubicBezTo>
                <a:cubicBezTo>
                  <a:pt x="35519" y="709360"/>
                  <a:pt x="37452" y="722707"/>
                  <a:pt x="44121" y="733850"/>
                </a:cubicBezTo>
                <a:cubicBezTo>
                  <a:pt x="52371" y="747247"/>
                  <a:pt x="66454" y="755972"/>
                  <a:pt x="82122" y="757392"/>
                </a:cubicBezTo>
                <a:cubicBezTo>
                  <a:pt x="71997" y="783068"/>
                  <a:pt x="84604" y="812093"/>
                  <a:pt x="110282" y="822218"/>
                </a:cubicBezTo>
                <a:cubicBezTo>
                  <a:pt x="114709" y="823964"/>
                  <a:pt x="119361" y="825068"/>
                  <a:pt x="124100" y="825497"/>
                </a:cubicBezTo>
                <a:cubicBezTo>
                  <a:pt x="117939" y="841232"/>
                  <a:pt x="120152" y="859016"/>
                  <a:pt x="129980" y="872762"/>
                </a:cubicBezTo>
                <a:cubicBezTo>
                  <a:pt x="138627" y="884233"/>
                  <a:pt x="152015" y="891158"/>
                  <a:pt x="166375" y="891586"/>
                </a:cubicBezTo>
                <a:cubicBezTo>
                  <a:pt x="170395" y="891901"/>
                  <a:pt x="174295" y="890132"/>
                  <a:pt x="176710" y="886903"/>
                </a:cubicBezTo>
                <a:cubicBezTo>
                  <a:pt x="228305" y="816040"/>
                  <a:pt x="260255" y="723128"/>
                  <a:pt x="350512" y="720541"/>
                </a:cubicBezTo>
                <a:cubicBezTo>
                  <a:pt x="387647" y="719482"/>
                  <a:pt x="424817" y="716040"/>
                  <a:pt x="461884" y="716918"/>
                </a:cubicBezTo>
                <a:cubicBezTo>
                  <a:pt x="559661" y="719197"/>
                  <a:pt x="651798" y="668604"/>
                  <a:pt x="689686" y="581219"/>
                </a:cubicBezTo>
                <a:cubicBezTo>
                  <a:pt x="709934" y="534501"/>
                  <a:pt x="698505" y="488922"/>
                  <a:pt x="707632" y="438478"/>
                </a:cubicBezTo>
                <a:cubicBezTo>
                  <a:pt x="714583" y="400044"/>
                  <a:pt x="725476" y="389823"/>
                  <a:pt x="760424" y="379682"/>
                </a:cubicBezTo>
                <a:cubicBezTo>
                  <a:pt x="770558" y="377090"/>
                  <a:pt x="781082" y="376376"/>
                  <a:pt x="791474" y="377574"/>
                </a:cubicBezTo>
                <a:lnTo>
                  <a:pt x="820348" y="386929"/>
                </a:lnTo>
                <a:cubicBezTo>
                  <a:pt x="820348" y="386929"/>
                  <a:pt x="827379" y="378645"/>
                  <a:pt x="803062" y="359114"/>
                </a:cubicBezTo>
                <a:close/>
              </a:path>
            </a:pathLst>
          </a:custGeom>
          <a:solidFill>
            <a:schemeClr val="lt1"/>
          </a:solidFill>
          <a:ln w="15081" cap="flat">
            <a:solidFill>
              <a:schemeClr val="dk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0" name="Рисунок 19" descr="Перо со сплошной заливкой">
            <a:extLst>
              <a:ext uri="{FF2B5EF4-FFF2-40B4-BE49-F238E27FC236}">
                <a16:creationId xmlns:a16="http://schemas.microsoft.com/office/drawing/2014/main" id="{169A84F2-51BF-CCC1-AA3F-619A143AD9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87526" y="3319969"/>
            <a:ext cx="811592" cy="811592"/>
          </a:xfrm>
          <a:prstGeom prst="rect">
            <a:avLst/>
          </a:prstGeom>
        </p:spPr>
      </p:pic>
      <p:pic>
        <p:nvPicPr>
          <p:cNvPr id="21" name="Рисунок 20" descr="Перо со сплошной заливкой">
            <a:extLst>
              <a:ext uri="{FF2B5EF4-FFF2-40B4-BE49-F238E27FC236}">
                <a16:creationId xmlns:a16="http://schemas.microsoft.com/office/drawing/2014/main" id="{52462E68-8665-695D-10CF-F0718C106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63907">
            <a:off x="7779489" y="3319969"/>
            <a:ext cx="811592" cy="811592"/>
          </a:xfrm>
          <a:prstGeom prst="rect">
            <a:avLst/>
          </a:prstGeom>
        </p:spPr>
      </p:pic>
      <p:pic>
        <p:nvPicPr>
          <p:cNvPr id="22" name="Рисунок 21" descr="Перо со сплошной заливкой">
            <a:extLst>
              <a:ext uri="{FF2B5EF4-FFF2-40B4-BE49-F238E27FC236}">
                <a16:creationId xmlns:a16="http://schemas.microsoft.com/office/drawing/2014/main" id="{F485E9E6-A57A-0460-DE12-ACF5F6C8B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159557" y="4634036"/>
            <a:ext cx="811592" cy="81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40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Широкоэкранный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yaroshenkonastya186rus@mail.ru</dc:creator>
  <cp:lastModifiedBy>yaroshenkonastya186rus@mail.ru</cp:lastModifiedBy>
  <cp:revision>1</cp:revision>
  <dcterms:created xsi:type="dcterms:W3CDTF">2026-05-20T15:12:12Z</dcterms:created>
  <dcterms:modified xsi:type="dcterms:W3CDTF">2026-05-20T15:24:04Z</dcterms:modified>
</cp:coreProperties>
</file>